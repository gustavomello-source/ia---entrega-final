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56" r:id="rId5"/>
    <p:sldId id="305" r:id="rId6"/>
    <p:sldId id="321" r:id="rId7"/>
    <p:sldId id="322" r:id="rId8"/>
    <p:sldId id="266" r:id="rId9"/>
  </p:sldIdLst>
  <p:sldSz cx="12192000" cy="6858000"/>
  <p:notesSz cx="6858000" cy="9144000"/>
  <p:embeddedFontLst>
    <p:embeddedFont>
      <p:font typeface="Poppins" panose="00000500000000000000" pitchFamily="2" charset="0"/>
      <p:regular r:id="rId10"/>
      <p:bold r:id="rId11"/>
      <p:italic r:id="rId12"/>
      <p:boldItalic r:id="rId13"/>
    </p:embeddedFont>
    <p:embeddedFont>
      <p:font typeface="Poppins Light" panose="00000400000000000000" pitchFamily="2" charset="0"/>
      <p:regular r:id="rId14"/>
      <p:italic r:id="rId15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3534DDF-9EA9-DC55-A6FA-988068DA1DB3}" name="Leonardo Goshi Sanches" initials="LS" userId="S::leonardo.sanches@sistemafiep.org.br::8db0dc5f-7e25-4158-a08f-587da4350b4c" providerId="AD"/>
  <p188:author id="{489006E7-402E-8053-272A-04CEFAF91B2B}" name="Leonardo Martins" initials="LM" userId="S::leonardo.martins@sistemafiep.org.br::75be2c68-85b7-4a22-bee3-94dabbbe77a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D7E4"/>
    <a:srgbClr val="337EB7"/>
    <a:srgbClr val="F0F0F0"/>
    <a:srgbClr val="AC4A8D"/>
    <a:srgbClr val="1B1436"/>
    <a:srgbClr val="3EB4F1"/>
    <a:srgbClr val="171E5A"/>
    <a:srgbClr val="FF99CC"/>
    <a:srgbClr val="3259A0"/>
    <a:srgbClr val="0816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1448DC-39D3-0DDC-ADC3-85CC50F0F19B}" v="22" dt="2026-05-29T13:22:22.6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5.fntdata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a Aparecida Toyama" userId="S::alessandra.toyama@sistemafiep.org.br::f51c0740-2bf0-4cdf-8f2b-bb61e6d4bd8a" providerId="AD" clId="Web-{4F1448DC-39D3-0DDC-ADC3-85CC50F0F19B}"/>
    <pc:docChg chg="modSld">
      <pc:chgData name="Alessandra Aparecida Toyama" userId="S::alessandra.toyama@sistemafiep.org.br::f51c0740-2bf0-4cdf-8f2b-bb61e6d4bd8a" providerId="AD" clId="Web-{4F1448DC-39D3-0DDC-ADC3-85CC50F0F19B}" dt="2026-05-29T13:22:21.396" v="11" actId="20577"/>
      <pc:docMkLst>
        <pc:docMk/>
      </pc:docMkLst>
      <pc:sldChg chg="delSp modSp">
        <pc:chgData name="Alessandra Aparecida Toyama" userId="S::alessandra.toyama@sistemafiep.org.br::f51c0740-2bf0-4cdf-8f2b-bb61e6d4bd8a" providerId="AD" clId="Web-{4F1448DC-39D3-0DDC-ADC3-85CC50F0F19B}" dt="2026-05-29T13:22:21.396" v="11" actId="20577"/>
        <pc:sldMkLst>
          <pc:docMk/>
          <pc:sldMk cId="278661802" sldId="256"/>
        </pc:sldMkLst>
        <pc:spChg chg="mod">
          <ac:chgData name="Alessandra Aparecida Toyama" userId="S::alessandra.toyama@sistemafiep.org.br::f51c0740-2bf0-4cdf-8f2b-bb61e6d4bd8a" providerId="AD" clId="Web-{4F1448DC-39D3-0DDC-ADC3-85CC50F0F19B}" dt="2026-05-29T13:22:21.396" v="11" actId="20577"/>
          <ac:spMkLst>
            <pc:docMk/>
            <pc:sldMk cId="278661802" sldId="256"/>
            <ac:spMk id="2" creationId="{3DDAB7E7-88C0-3B0A-C877-2EAC5E240107}"/>
          </ac:spMkLst>
        </pc:spChg>
        <pc:spChg chg="mod">
          <ac:chgData name="Alessandra Aparecida Toyama" userId="S::alessandra.toyama@sistemafiep.org.br::f51c0740-2bf0-4cdf-8f2b-bb61e6d4bd8a" providerId="AD" clId="Web-{4F1448DC-39D3-0DDC-ADC3-85CC50F0F19B}" dt="2026-05-29T13:21:49.440" v="1" actId="20577"/>
          <ac:spMkLst>
            <pc:docMk/>
            <pc:sldMk cId="278661802" sldId="256"/>
            <ac:spMk id="5" creationId="{06C96CB6-774C-33EE-2A83-2BF0E4ECD3DD}"/>
          </ac:spMkLst>
        </pc:spChg>
        <pc:grpChg chg="del">
          <ac:chgData name="Alessandra Aparecida Toyama" userId="S::alessandra.toyama@sistemafiep.org.br::f51c0740-2bf0-4cdf-8f2b-bb61e6d4bd8a" providerId="AD" clId="Web-{4F1448DC-39D3-0DDC-ADC3-85CC50F0F19B}" dt="2026-05-29T13:22:17.974" v="10"/>
          <ac:grpSpMkLst>
            <pc:docMk/>
            <pc:sldMk cId="278661802" sldId="256"/>
            <ac:grpSpMk id="44" creationId="{62FDF45B-C6E0-E52A-1CBE-85177CD97399}"/>
          </ac:grpSpMkLst>
        </pc:grpChg>
      </pc:sldChg>
      <pc:sldChg chg="delSp modSp">
        <pc:chgData name="Alessandra Aparecida Toyama" userId="S::alessandra.toyama@sistemafiep.org.br::f51c0740-2bf0-4cdf-8f2b-bb61e6d4bd8a" providerId="AD" clId="Web-{4F1448DC-39D3-0DDC-ADC3-85CC50F0F19B}" dt="2026-05-29T13:22:05.473" v="6"/>
        <pc:sldMkLst>
          <pc:docMk/>
          <pc:sldMk cId="515502153" sldId="266"/>
        </pc:sldMkLst>
        <pc:spChg chg="mod">
          <ac:chgData name="Alessandra Aparecida Toyama" userId="S::alessandra.toyama@sistemafiep.org.br::f51c0740-2bf0-4cdf-8f2b-bb61e6d4bd8a" providerId="AD" clId="Web-{4F1448DC-39D3-0DDC-ADC3-85CC50F0F19B}" dt="2026-05-29T13:21:58.269" v="3" actId="20577"/>
          <ac:spMkLst>
            <pc:docMk/>
            <pc:sldMk cId="515502153" sldId="266"/>
            <ac:spMk id="6" creationId="{B9FB9969-A068-BD2E-6569-888A97D4077D}"/>
          </ac:spMkLst>
        </pc:spChg>
        <pc:spChg chg="mod">
          <ac:chgData name="Alessandra Aparecida Toyama" userId="S::alessandra.toyama@sistemafiep.org.br::f51c0740-2bf0-4cdf-8f2b-bb61e6d4bd8a" providerId="AD" clId="Web-{4F1448DC-39D3-0DDC-ADC3-85CC50F0F19B}" dt="2026-05-29T13:22:02.738" v="5" actId="20577"/>
          <ac:spMkLst>
            <pc:docMk/>
            <pc:sldMk cId="515502153" sldId="266"/>
            <ac:spMk id="9" creationId="{DAEC5B11-B291-BE2C-001A-DA886219AF10}"/>
          </ac:spMkLst>
        </pc:spChg>
        <pc:grpChg chg="del">
          <ac:chgData name="Alessandra Aparecida Toyama" userId="S::alessandra.toyama@sistemafiep.org.br::f51c0740-2bf0-4cdf-8f2b-bb61e6d4bd8a" providerId="AD" clId="Web-{4F1448DC-39D3-0DDC-ADC3-85CC50F0F19B}" dt="2026-05-29T13:22:05.473" v="6"/>
          <ac:grpSpMkLst>
            <pc:docMk/>
            <pc:sldMk cId="515502153" sldId="266"/>
            <ac:grpSpMk id="70" creationId="{F5D5AFC9-6F8E-3383-4264-93D6A75820B7}"/>
          </ac:grpSpMkLst>
        </pc:grpChg>
      </pc:sldChg>
      <pc:sldChg chg="delSp">
        <pc:chgData name="Alessandra Aparecida Toyama" userId="S::alessandra.toyama@sistemafiep.org.br::f51c0740-2bf0-4cdf-8f2b-bb61e6d4bd8a" providerId="AD" clId="Web-{4F1448DC-39D3-0DDC-ADC3-85CC50F0F19B}" dt="2026-05-29T13:22:14.958" v="9"/>
        <pc:sldMkLst>
          <pc:docMk/>
          <pc:sldMk cId="1028494740" sldId="305"/>
        </pc:sldMkLst>
        <pc:grpChg chg="del">
          <ac:chgData name="Alessandra Aparecida Toyama" userId="S::alessandra.toyama@sistemafiep.org.br::f51c0740-2bf0-4cdf-8f2b-bb61e6d4bd8a" providerId="AD" clId="Web-{4F1448DC-39D3-0DDC-ADC3-85CC50F0F19B}" dt="2026-05-29T13:22:14.958" v="9"/>
          <ac:grpSpMkLst>
            <pc:docMk/>
            <pc:sldMk cId="1028494740" sldId="305"/>
            <ac:grpSpMk id="125" creationId="{4F1E24EB-6D96-7B5A-A7D0-5700C6352449}"/>
          </ac:grpSpMkLst>
        </pc:grpChg>
      </pc:sldChg>
      <pc:sldChg chg="delSp">
        <pc:chgData name="Alessandra Aparecida Toyama" userId="S::alessandra.toyama@sistemafiep.org.br::f51c0740-2bf0-4cdf-8f2b-bb61e6d4bd8a" providerId="AD" clId="Web-{4F1448DC-39D3-0DDC-ADC3-85CC50F0F19B}" dt="2026-05-29T13:22:11.864" v="8"/>
        <pc:sldMkLst>
          <pc:docMk/>
          <pc:sldMk cId="682955985" sldId="321"/>
        </pc:sldMkLst>
        <pc:grpChg chg="del">
          <ac:chgData name="Alessandra Aparecida Toyama" userId="S::alessandra.toyama@sistemafiep.org.br::f51c0740-2bf0-4cdf-8f2b-bb61e6d4bd8a" providerId="AD" clId="Web-{4F1448DC-39D3-0DDC-ADC3-85CC50F0F19B}" dt="2026-05-29T13:22:11.864" v="8"/>
          <ac:grpSpMkLst>
            <pc:docMk/>
            <pc:sldMk cId="682955985" sldId="321"/>
            <ac:grpSpMk id="125" creationId="{F70CAC29-D7B7-7BD3-59F1-4F4DFE1E9B65}"/>
          </ac:grpSpMkLst>
        </pc:grpChg>
      </pc:sldChg>
      <pc:sldChg chg="delSp">
        <pc:chgData name="Alessandra Aparecida Toyama" userId="S::alessandra.toyama@sistemafiep.org.br::f51c0740-2bf0-4cdf-8f2b-bb61e6d4bd8a" providerId="AD" clId="Web-{4F1448DC-39D3-0DDC-ADC3-85CC50F0F19B}" dt="2026-05-29T13:22:08.473" v="7"/>
        <pc:sldMkLst>
          <pc:docMk/>
          <pc:sldMk cId="3537105468" sldId="322"/>
        </pc:sldMkLst>
        <pc:grpChg chg="del">
          <ac:chgData name="Alessandra Aparecida Toyama" userId="S::alessandra.toyama@sistemafiep.org.br::f51c0740-2bf0-4cdf-8f2b-bb61e6d4bd8a" providerId="AD" clId="Web-{4F1448DC-39D3-0DDC-ADC3-85CC50F0F19B}" dt="2026-05-29T13:22:08.473" v="7"/>
          <ac:grpSpMkLst>
            <pc:docMk/>
            <pc:sldMk cId="3537105468" sldId="322"/>
            <ac:grpSpMk id="125" creationId="{6D048620-62C3-A627-D85B-F9CF6A07A11D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1F3672-ADE2-DE75-CECE-E2DA33884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747EAD-D0DB-9D63-A417-60534BA0B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7979CF-91E0-CBFC-E13C-C91C530E3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98E0-AE75-4E52-8838-E78A7F5A3D6C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7C3599-0A6D-E528-CE8C-17C87FD5F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14F8E2-5B75-F088-7EB3-DEE0ED5EC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9C01-80F6-40A4-A18E-63B5DF363AC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254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5FD0FE-7867-1DC0-4799-0DB3F8051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8DC3A3-5687-71B4-5854-6101186B0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2E452A-5DED-89D6-CDB1-CB6152B1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98E0-AE75-4E52-8838-E78A7F5A3D6C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740EFF-F43A-6E48-5216-510BAA517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281A61-3DB4-60C3-C6B3-DCCDA6E53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9C01-80F6-40A4-A18E-63B5DF363AC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5469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5664E4-3B25-30EE-CB1B-91876A353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D8B9F4-3790-1917-4579-4924D81B8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065B28-0D0A-768C-9E1C-A3D25F289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98E0-AE75-4E52-8838-E78A7F5A3D6C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D41387-D3C6-97D7-F8F0-54F2335C2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3439E8-7B00-7B2D-E145-C2A562D6D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9C01-80F6-40A4-A18E-63B5DF363AC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626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56A3AC-922B-177D-93AF-30C2F51D1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99005E-CD8B-7F78-230A-CB5432DEFD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4277971-1BB7-06AB-4F98-47DF85A81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C8B7DE0-89F1-16E9-F85C-0A0821DA1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98E0-AE75-4E52-8838-E78A7F5A3D6C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FFB0644-BFC4-2D93-5179-F78432DF7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2B2185-F979-1445-9738-EDF2F86C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9C01-80F6-40A4-A18E-63B5DF363AC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5247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486564-D173-6791-36BD-FD0380E8A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70F8B80-EDEF-D792-1FDC-A86BE4D7E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669C93B-08FB-E62C-1E22-5A1114672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07FBA9D-308A-EA73-AAF7-A139813C1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75FEBED-B4CF-EFCF-F084-1928BF8D2C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B8AFE53-EAD0-C2DC-2C26-BA2590495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98E0-AE75-4E52-8838-E78A7F5A3D6C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8D99AA9-2534-CEB7-6A64-C9F210714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0FF2CB5-DDDD-379D-97A2-93B1176E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9C01-80F6-40A4-A18E-63B5DF363AC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6218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DABE03-5BAA-9C5F-3740-6BAC8FF92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75BBD19-2D7D-E099-8C54-59FDFC96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98E0-AE75-4E52-8838-E78A7F5A3D6C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E1B80B3-E0B4-4C60-4998-BA2CC4760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AD8C73E-4DCA-F64D-AB48-5FDB6A13D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9C01-80F6-40A4-A18E-63B5DF363AC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706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CAF5677-182E-D15D-564E-47D342985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98E0-AE75-4E52-8838-E78A7F5A3D6C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F4EEA36-6ACD-4C3A-2500-9BCC6945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E9C365C-D2C1-C9A9-51D5-B2C2A2F04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9C01-80F6-40A4-A18E-63B5DF363AC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0646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DA22A0-9DA1-F10E-D37F-1B4D173BD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1416FF-E292-CFAC-F957-E989D7C84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CB3567-39A9-0F2D-3025-CC8516E887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0A5E98C-2E35-23F8-8B66-AD2808D37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98E0-AE75-4E52-8838-E78A7F5A3D6C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7055D92-359F-E0E1-ECDB-840FA4A3B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2524B9-F62A-A911-C376-E60407421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9C01-80F6-40A4-A18E-63B5DF363AC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8018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B2DC83-401B-05A3-0A2A-3A6A28CCA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30468D3-743C-9D5A-40ED-896A212489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9ECABF4-4669-6BFC-DC45-4678EB3E1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20747B-396B-6D0E-9A62-723FD82CF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98E0-AE75-4E52-8838-E78A7F5A3D6C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726D56-EEDA-93A6-8E60-8D1953422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ED1418-9922-798A-5CBB-DB657F6CD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9C01-80F6-40A4-A18E-63B5DF363AC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1411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44472E-A208-1172-5924-F717CA028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73AE1E7-F126-531D-61BF-6A8B67095C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37CAE2-9CE9-6950-4FBF-29DA6DD31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98E0-AE75-4E52-8838-E78A7F5A3D6C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00F703-78F3-6B8E-56AD-DA8205F14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A67F31-5451-1C71-2B4C-E5509136C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9C01-80F6-40A4-A18E-63B5DF363AC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9072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A4147F4-DFE7-179D-78C1-9FB8BDE52D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7E4A503-55CD-D416-6503-1A15A35AF4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5FE965-E88E-7E4D-7557-C84A7AB7D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398E0-AE75-4E52-8838-E78A7F5A3D6C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2D5928-2F56-CC15-58CC-E92811630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CA65A9-D6CD-0125-5B4C-4269CA9BF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D9C01-80F6-40A4-A18E-63B5DF363AC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2990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4C4A37A-36A5-3B83-4C0D-DE50DE083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2C7A05-3093-D473-D28C-6C9C1FC2B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2A18A4-E1C4-528E-5284-D87A08FD23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398E0-AE75-4E52-8838-E78A7F5A3D6C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04931F-6C7E-B5D0-71FB-443D488BB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4A2896-6F49-0313-49BD-A851A0FD84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DD9C01-80F6-40A4-A18E-63B5DF363AC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0059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../../senaipr.org.br/tecnologiaeinovacao" TargetMode="External"/><Relationship Id="rId4" Type="http://schemas.openxmlformats.org/officeDocument/2006/relationships/hyperlink" Target="mailto:thallia.ramos@sistemafiep.org.b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6C96CB6-774C-33EE-2A83-2BF0E4ECD3DD}"/>
              </a:ext>
            </a:extLst>
          </p:cNvPr>
          <p:cNvSpPr txBox="1"/>
          <p:nvPr/>
        </p:nvSpPr>
        <p:spPr>
          <a:xfrm>
            <a:off x="592353" y="4019606"/>
            <a:ext cx="5362885" cy="86177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pt-BR" sz="3200">
                <a:solidFill>
                  <a:schemeClr val="bg1"/>
                </a:solidFill>
                <a:ea typeface="+mn-lt"/>
                <a:cs typeface="+mn-lt"/>
              </a:rPr>
              <a:t>...:</a:t>
            </a:r>
            <a:endParaRPr lang="pt-BR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defRPr/>
            </a:pPr>
            <a:endParaRPr lang="pt-BR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DAB7E7-88C0-3B0A-C877-2EAC5E240107}"/>
              </a:ext>
            </a:extLst>
          </p:cNvPr>
          <p:cNvSpPr txBox="1"/>
          <p:nvPr/>
        </p:nvSpPr>
        <p:spPr>
          <a:xfrm>
            <a:off x="576482" y="1982450"/>
            <a:ext cx="5448398" cy="14465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pt-BR" sz="4400" b="1">
                <a:solidFill>
                  <a:srgbClr val="7BFFFF"/>
                </a:solidFill>
                <a:latin typeface="Poppins"/>
                <a:cs typeface="Poppins"/>
              </a:rPr>
              <a:t> SPRINT 4 </a:t>
            </a:r>
            <a:endParaRPr lang="pt-BR"/>
          </a:p>
          <a:p>
            <a:pPr>
              <a:defRPr/>
            </a:pPr>
            <a:endParaRPr lang="pt-BR" sz="4400" b="1">
              <a:solidFill>
                <a:srgbClr val="FFFFFF"/>
              </a:solidFill>
              <a:latin typeface="Poppins"/>
              <a:cs typeface="Calibri"/>
            </a:endParaRP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35D1EC99-D680-74A9-BB12-59168F4C10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9777" y="240086"/>
            <a:ext cx="1860071" cy="62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61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F28ACE75-6FC1-DB24-6DB4-21BBEB7444D6}"/>
              </a:ext>
            </a:extLst>
          </p:cNvPr>
          <p:cNvSpPr txBox="1">
            <a:spLocks/>
          </p:cNvSpPr>
          <p:nvPr/>
        </p:nvSpPr>
        <p:spPr>
          <a:xfrm>
            <a:off x="371408" y="1194596"/>
            <a:ext cx="11774578" cy="4828263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pt-BR" sz="2000">
                <a:solidFill>
                  <a:schemeClr val="bg1"/>
                </a:solidFill>
                <a:latin typeface="Poppins Light"/>
                <a:ea typeface="+mn-lt"/>
                <a:cs typeface="Poppins Light"/>
              </a:rPr>
              <a:t>Insira aqui o texto de apoio.</a:t>
            </a:r>
          </a:p>
          <a:p>
            <a:pPr marL="0" indent="0">
              <a:buNone/>
            </a:pPr>
            <a:endParaRPr lang="pt-BR" sz="3200">
              <a:solidFill>
                <a:schemeClr val="bg1"/>
              </a:solidFill>
              <a:effectLst/>
              <a:latin typeface="Calibri"/>
              <a:ea typeface="Calibri" panose="020F0502020204030204" pitchFamily="34" charset="0"/>
              <a:cs typeface="Calibri"/>
            </a:endParaRPr>
          </a:p>
        </p:txBody>
      </p:sp>
      <p:pic>
        <p:nvPicPr>
          <p:cNvPr id="268" name="Imagem 267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FADA83C8-5C8E-F9DF-B25C-96BECA43E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946" y="1"/>
            <a:ext cx="3613053" cy="982766"/>
          </a:xfrm>
          <a:prstGeom prst="rect">
            <a:avLst/>
          </a:prstGeom>
        </p:spPr>
      </p:pic>
      <p:sp>
        <p:nvSpPr>
          <p:cNvPr id="269" name="CaixaDeTexto 268">
            <a:extLst>
              <a:ext uri="{FF2B5EF4-FFF2-40B4-BE49-F238E27FC236}">
                <a16:creationId xmlns:a16="http://schemas.microsoft.com/office/drawing/2014/main" id="{4D853EE8-D7B7-24CA-E52F-BF343C407006}"/>
              </a:ext>
            </a:extLst>
          </p:cNvPr>
          <p:cNvSpPr txBox="1"/>
          <p:nvPr/>
        </p:nvSpPr>
        <p:spPr>
          <a:xfrm>
            <a:off x="371408" y="229774"/>
            <a:ext cx="10328222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pt-BR" sz="4400">
                <a:solidFill>
                  <a:schemeClr val="bg1"/>
                </a:solidFill>
                <a:ea typeface="+mn-lt"/>
                <a:cs typeface="+mn-lt"/>
              </a:rPr>
              <a:t>TITULO </a:t>
            </a:r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494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4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91DCCC-0EE1-94EF-A575-B0770EEC3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5DCAB4CF-F66C-5449-90D4-7911107BD059}"/>
              </a:ext>
            </a:extLst>
          </p:cNvPr>
          <p:cNvSpPr txBox="1">
            <a:spLocks/>
          </p:cNvSpPr>
          <p:nvPr/>
        </p:nvSpPr>
        <p:spPr>
          <a:xfrm>
            <a:off x="371408" y="1194596"/>
            <a:ext cx="11673937" cy="412377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pt-BR" sz="2000">
                <a:solidFill>
                  <a:schemeClr val="bg1"/>
                </a:solidFill>
                <a:latin typeface="Poppins Light"/>
                <a:ea typeface="Calibri"/>
                <a:cs typeface="Poppins Light"/>
              </a:rPr>
              <a:t>Insira aqui o texto de apoio.</a:t>
            </a:r>
          </a:p>
          <a:p>
            <a:pPr algn="just">
              <a:buNone/>
            </a:pPr>
            <a:endParaRPr lang="pt-BR" sz="3200" b="1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pt-BR" sz="6000">
              <a:ea typeface="Calibri"/>
              <a:cs typeface="Calibri"/>
            </a:endParaRPr>
          </a:p>
          <a:p>
            <a:pPr>
              <a:buNone/>
            </a:pPr>
            <a:endParaRPr lang="pt-BR" sz="1200">
              <a:solidFill>
                <a:schemeClr val="bg1"/>
              </a:solidFill>
              <a:latin typeface="Calibri"/>
              <a:ea typeface="Calibri" panose="020F0502020204030204" pitchFamily="34" charset="0"/>
              <a:cs typeface="Calibri"/>
            </a:endParaRPr>
          </a:p>
          <a:p>
            <a:pPr marL="0" indent="0">
              <a:lnSpc>
                <a:spcPct val="100000"/>
              </a:lnSpc>
              <a:buNone/>
            </a:pPr>
            <a:endParaRPr lang="pt-BR" sz="2000">
              <a:solidFill>
                <a:schemeClr val="bg1"/>
              </a:solidFill>
              <a:latin typeface="Poppins Light" panose="00000400000000000000" pitchFamily="2" charset="0"/>
              <a:ea typeface="Calibri" panose="020F0502020204030204" pitchFamily="34" charset="0"/>
              <a:cs typeface="Poppins Light" panose="00000400000000000000" pitchFamily="2" charset="0"/>
            </a:endParaRPr>
          </a:p>
        </p:txBody>
      </p:sp>
      <p:pic>
        <p:nvPicPr>
          <p:cNvPr id="268" name="Imagem 267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5A9D0A69-2435-A90B-2283-7C0CA9EB9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946" y="1"/>
            <a:ext cx="3613053" cy="982766"/>
          </a:xfrm>
          <a:prstGeom prst="rect">
            <a:avLst/>
          </a:prstGeom>
        </p:spPr>
      </p:pic>
      <p:sp>
        <p:nvSpPr>
          <p:cNvPr id="269" name="CaixaDeTexto 268">
            <a:extLst>
              <a:ext uri="{FF2B5EF4-FFF2-40B4-BE49-F238E27FC236}">
                <a16:creationId xmlns:a16="http://schemas.microsoft.com/office/drawing/2014/main" id="{9A74F312-FB00-CB13-A249-FD2330EB8CBE}"/>
              </a:ext>
            </a:extLst>
          </p:cNvPr>
          <p:cNvSpPr txBox="1"/>
          <p:nvPr/>
        </p:nvSpPr>
        <p:spPr>
          <a:xfrm>
            <a:off x="371408" y="229774"/>
            <a:ext cx="10328222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pt-BR" sz="4400" b="1">
                <a:solidFill>
                  <a:schemeClr val="bg1"/>
                </a:solidFill>
                <a:ea typeface="Calibri"/>
                <a:cs typeface="Calibri"/>
              </a:rPr>
              <a:t>TITULO</a:t>
            </a:r>
          </a:p>
        </p:txBody>
      </p:sp>
    </p:spTree>
    <p:extLst>
      <p:ext uri="{BB962C8B-B14F-4D97-AF65-F5344CB8AC3E}">
        <p14:creationId xmlns:p14="http://schemas.microsoft.com/office/powerpoint/2010/main" val="682955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4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D36C6D-6F78-D68D-E601-A893373C2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78B7714D-66D4-3840-647C-9B5AA11FEA2A}"/>
              </a:ext>
            </a:extLst>
          </p:cNvPr>
          <p:cNvSpPr txBox="1">
            <a:spLocks/>
          </p:cNvSpPr>
          <p:nvPr/>
        </p:nvSpPr>
        <p:spPr>
          <a:xfrm>
            <a:off x="371408" y="1194596"/>
            <a:ext cx="6081145" cy="77384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pt-BR" sz="2000">
                <a:solidFill>
                  <a:schemeClr val="bg1"/>
                </a:solidFill>
                <a:latin typeface="Poppins Light" panose="00000400000000000000" pitchFamily="2" charset="0"/>
                <a:ea typeface="Calibri" panose="020F0502020204030204" pitchFamily="34" charset="0"/>
                <a:cs typeface="Poppins Light" panose="00000400000000000000" pitchFamily="2" charset="0"/>
              </a:rPr>
              <a:t>Insira aqui o texto de apoio.</a:t>
            </a:r>
            <a:endParaRPr lang="pt-BR" sz="2000">
              <a:solidFill>
                <a:srgbClr val="6DF9D7"/>
              </a:solidFill>
              <a:effectLst/>
              <a:latin typeface="Poppins Light" panose="00000400000000000000" pitchFamily="2" charset="0"/>
              <a:ea typeface="Calibri" panose="020F0502020204030204" pitchFamily="34" charset="0"/>
              <a:cs typeface="Poppins Light" panose="00000400000000000000" pitchFamily="2" charset="0"/>
            </a:endParaRPr>
          </a:p>
        </p:txBody>
      </p:sp>
      <p:pic>
        <p:nvPicPr>
          <p:cNvPr id="268" name="Imagem 267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5DD939DE-56FD-300A-A150-A69B536F9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946" y="1"/>
            <a:ext cx="3613053" cy="982766"/>
          </a:xfrm>
          <a:prstGeom prst="rect">
            <a:avLst/>
          </a:prstGeom>
        </p:spPr>
      </p:pic>
      <p:sp>
        <p:nvSpPr>
          <p:cNvPr id="269" name="CaixaDeTexto 268">
            <a:extLst>
              <a:ext uri="{FF2B5EF4-FFF2-40B4-BE49-F238E27FC236}">
                <a16:creationId xmlns:a16="http://schemas.microsoft.com/office/drawing/2014/main" id="{CD52158D-F635-F1D7-2CAA-38D090810A39}"/>
              </a:ext>
            </a:extLst>
          </p:cNvPr>
          <p:cNvSpPr txBox="1"/>
          <p:nvPr/>
        </p:nvSpPr>
        <p:spPr>
          <a:xfrm>
            <a:off x="371408" y="229774"/>
            <a:ext cx="10328222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pt-BR" sz="4400">
                <a:solidFill>
                  <a:schemeClr val="bg1"/>
                </a:solidFill>
                <a:ea typeface="+mn-lt"/>
                <a:cs typeface="+mn-lt"/>
              </a:rPr>
              <a:t>TITULO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7105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604FCB-F90C-CF4A-D27C-5A1789577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354142D-66CA-F2A1-802D-FFBEFCA00F35}"/>
              </a:ext>
            </a:extLst>
          </p:cNvPr>
          <p:cNvSpPr txBox="1"/>
          <p:nvPr/>
        </p:nvSpPr>
        <p:spPr>
          <a:xfrm>
            <a:off x="592354" y="1737370"/>
            <a:ext cx="7395946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>
              <a:defRPr/>
            </a:pPr>
            <a:r>
              <a:rPr lang="pt-BR" sz="4000" b="1">
                <a:solidFill>
                  <a:schemeClr val="bg1"/>
                </a:solidFill>
                <a:latin typeface="Poppins"/>
                <a:ea typeface="Segoe UI" panose="020B0502040204020203" pitchFamily="34" charset="0"/>
                <a:cs typeface="Calibri"/>
              </a:rPr>
              <a:t>OBRIGADO!</a:t>
            </a:r>
            <a:endParaRPr lang="pt-BR" sz="5000" b="1">
              <a:solidFill>
                <a:srgbClr val="29E3FF"/>
              </a:solidFill>
              <a:latin typeface="Poppins"/>
              <a:ea typeface="Segoe UI" panose="020B0502040204020203" pitchFamily="34" charset="0"/>
              <a:cs typeface="Calibri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8EF5937D-BF10-8E1D-FFF4-1F73CD055D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9777" y="240086"/>
            <a:ext cx="1860071" cy="62445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A630D60-807E-F04B-55E9-BDF5166C04D7}"/>
              </a:ext>
            </a:extLst>
          </p:cNvPr>
          <p:cNvSpPr txBox="1"/>
          <p:nvPr/>
        </p:nvSpPr>
        <p:spPr>
          <a:xfrm>
            <a:off x="592353" y="3083047"/>
            <a:ext cx="53628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pt-BR" sz="2400">
                <a:solidFill>
                  <a:schemeClr val="bg1"/>
                </a:solidFill>
                <a:latin typeface="Poppins Light" panose="00000400000000000000" pitchFamily="2" charset="0"/>
                <a:ea typeface="Segoe UI" panose="020B0502040204020203" pitchFamily="34" charset="0"/>
                <a:cs typeface="Poppins Light" panose="00000400000000000000" pitchFamily="2" charset="0"/>
              </a:rPr>
              <a:t>CONTATO</a:t>
            </a:r>
            <a:endParaRPr lang="pt-BR" sz="2400">
              <a:solidFill>
                <a:srgbClr val="29E3FF"/>
              </a:solidFill>
              <a:latin typeface="Poppins Light" panose="00000400000000000000" pitchFamily="2" charset="0"/>
              <a:ea typeface="Segoe UI" panose="020B0502040204020203" pitchFamily="34" charset="0"/>
              <a:cs typeface="Poppins Light" panose="000004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9FB9969-A068-BD2E-6569-888A97D4077D}"/>
              </a:ext>
            </a:extLst>
          </p:cNvPr>
          <p:cNvSpPr txBox="1"/>
          <p:nvPr/>
        </p:nvSpPr>
        <p:spPr>
          <a:xfrm>
            <a:off x="1033823" y="3685788"/>
            <a:ext cx="3136525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pt-BR" sz="1600" dirty="0">
                <a:solidFill>
                  <a:schemeClr val="bg1"/>
                </a:solidFill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email@s</a:t>
            </a:r>
            <a:endParaRPr lang="pt-BR" dirty="0">
              <a:solidFill>
                <a:schemeClr val="bg1"/>
              </a:solidFill>
              <a:ea typeface="Calibri"/>
              <a:cs typeface="Calibri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DD55BA1-7A60-5D0C-FED8-1E6751092BE1}"/>
              </a:ext>
            </a:extLst>
          </p:cNvPr>
          <p:cNvSpPr txBox="1"/>
          <p:nvPr/>
        </p:nvSpPr>
        <p:spPr>
          <a:xfrm>
            <a:off x="1033823" y="4143186"/>
            <a:ext cx="3051067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pt-BR" sz="1600" u="sng">
                <a:solidFill>
                  <a:schemeClr val="bg1"/>
                </a:solidFill>
                <a:latin typeface="Poppins Light"/>
                <a:cs typeface="Poppins Light"/>
              </a:rPr>
              <a:t>(99) 9 9999-9999</a:t>
            </a:r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AEC5B11-B291-BE2C-001A-DA886219AF10}"/>
              </a:ext>
            </a:extLst>
          </p:cNvPr>
          <p:cNvSpPr txBox="1"/>
          <p:nvPr/>
        </p:nvSpPr>
        <p:spPr>
          <a:xfrm>
            <a:off x="1033823" y="4578615"/>
            <a:ext cx="4606401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>
              <a:defRPr/>
            </a:pPr>
            <a:r>
              <a:rPr lang="pt-BR" sz="1600" dirty="0">
                <a:solidFill>
                  <a:schemeClr val="bg1"/>
                </a:solidFill>
                <a:latin typeface="Poppins Light"/>
                <a:ea typeface="Segoe UI" panose="020B0502040204020203" pitchFamily="34" charset="0"/>
                <a:cs typeface="Poppins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pt-BR" sz="1600">
                <a:solidFill>
                  <a:schemeClr val="bg1"/>
                </a:solidFill>
                <a:latin typeface="Poppins Light"/>
                <a:ea typeface="Segoe UI" panose="020B0502040204020203" pitchFamily="34" charset="0"/>
                <a:cs typeface="Poppins Light"/>
              </a:rPr>
              <a:t>...</a:t>
            </a:r>
            <a:endParaRPr lang="pt-BR" sz="1600" i="0" strike="noStrike" kern="1200" cap="none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Poppins Light" panose="00000400000000000000" pitchFamily="2" charset="0"/>
              <a:ea typeface="Segoe UI" panose="020B0502040204020203" pitchFamily="34" charset="0"/>
              <a:cs typeface="Poppins Light" panose="00000400000000000000" pitchFamily="2" charset="0"/>
            </a:endParaRPr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A80149B6-DE87-24BB-95C8-AE4B6B7BBEC7}"/>
              </a:ext>
            </a:extLst>
          </p:cNvPr>
          <p:cNvSpPr/>
          <p:nvPr/>
        </p:nvSpPr>
        <p:spPr>
          <a:xfrm>
            <a:off x="662334" y="3696585"/>
            <a:ext cx="335114" cy="335114"/>
          </a:xfrm>
          <a:custGeom>
            <a:avLst/>
            <a:gdLst>
              <a:gd name="connsiteX0" fmla="*/ 335115 w 335114"/>
              <a:gd name="connsiteY0" fmla="*/ 167558 h 335114"/>
              <a:gd name="connsiteX1" fmla="*/ 167558 w 335114"/>
              <a:gd name="connsiteY1" fmla="*/ 335115 h 335114"/>
              <a:gd name="connsiteX2" fmla="*/ 0 w 335114"/>
              <a:gd name="connsiteY2" fmla="*/ 167558 h 335114"/>
              <a:gd name="connsiteX3" fmla="*/ 167558 w 335114"/>
              <a:gd name="connsiteY3" fmla="*/ 0 h 335114"/>
              <a:gd name="connsiteX4" fmla="*/ 335115 w 335114"/>
              <a:gd name="connsiteY4" fmla="*/ 167558 h 335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114" h="335114">
                <a:moveTo>
                  <a:pt x="335115" y="167558"/>
                </a:moveTo>
                <a:cubicBezTo>
                  <a:pt x="335115" y="260097"/>
                  <a:pt x="260097" y="335115"/>
                  <a:pt x="167558" y="335115"/>
                </a:cubicBezTo>
                <a:cubicBezTo>
                  <a:pt x="75018" y="335115"/>
                  <a:pt x="0" y="260097"/>
                  <a:pt x="0" y="167558"/>
                </a:cubicBezTo>
                <a:cubicBezTo>
                  <a:pt x="0" y="75018"/>
                  <a:pt x="75018" y="0"/>
                  <a:pt x="167558" y="0"/>
                </a:cubicBezTo>
                <a:cubicBezTo>
                  <a:pt x="260097" y="0"/>
                  <a:pt x="335115" y="75018"/>
                  <a:pt x="335115" y="167558"/>
                </a:cubicBezTo>
                <a:close/>
              </a:path>
            </a:pathLst>
          </a:custGeom>
          <a:solidFill>
            <a:srgbClr val="337EB7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8AC2BBD5-D246-BC07-1E51-A7AF783ADABF}"/>
              </a:ext>
            </a:extLst>
          </p:cNvPr>
          <p:cNvSpPr/>
          <p:nvPr/>
        </p:nvSpPr>
        <p:spPr>
          <a:xfrm>
            <a:off x="732006" y="3792719"/>
            <a:ext cx="195788" cy="142865"/>
          </a:xfrm>
          <a:custGeom>
            <a:avLst/>
            <a:gdLst>
              <a:gd name="connsiteX0" fmla="*/ 176827 w 195788"/>
              <a:gd name="connsiteY0" fmla="*/ 0 h 142865"/>
              <a:gd name="connsiteX1" fmla="*/ 195788 w 195788"/>
              <a:gd name="connsiteY1" fmla="*/ 18962 h 142865"/>
              <a:gd name="connsiteX2" fmla="*/ 195788 w 195788"/>
              <a:gd name="connsiteY2" fmla="*/ 123904 h 142865"/>
              <a:gd name="connsiteX3" fmla="*/ 176827 w 195788"/>
              <a:gd name="connsiteY3" fmla="*/ 142865 h 142865"/>
              <a:gd name="connsiteX4" fmla="*/ 18962 w 195788"/>
              <a:gd name="connsiteY4" fmla="*/ 142865 h 142865"/>
              <a:gd name="connsiteX5" fmla="*/ 0 w 195788"/>
              <a:gd name="connsiteY5" fmla="*/ 123904 h 142865"/>
              <a:gd name="connsiteX6" fmla="*/ 0 w 195788"/>
              <a:gd name="connsiteY6" fmla="*/ 18962 h 142865"/>
              <a:gd name="connsiteX7" fmla="*/ 18962 w 195788"/>
              <a:gd name="connsiteY7" fmla="*/ 0 h 142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5788" h="142865">
                <a:moveTo>
                  <a:pt x="176827" y="0"/>
                </a:moveTo>
                <a:cubicBezTo>
                  <a:pt x="187299" y="0"/>
                  <a:pt x="195788" y="8489"/>
                  <a:pt x="195788" y="18962"/>
                </a:cubicBezTo>
                <a:lnTo>
                  <a:pt x="195788" y="123904"/>
                </a:lnTo>
                <a:cubicBezTo>
                  <a:pt x="195788" y="134376"/>
                  <a:pt x="187299" y="142865"/>
                  <a:pt x="176827" y="142865"/>
                </a:cubicBezTo>
                <a:lnTo>
                  <a:pt x="18962" y="142865"/>
                </a:lnTo>
                <a:cubicBezTo>
                  <a:pt x="8489" y="142865"/>
                  <a:pt x="0" y="134376"/>
                  <a:pt x="0" y="123904"/>
                </a:cubicBezTo>
                <a:lnTo>
                  <a:pt x="0" y="18962"/>
                </a:lnTo>
                <a:cubicBezTo>
                  <a:pt x="0" y="8489"/>
                  <a:pt x="8489" y="0"/>
                  <a:pt x="18962" y="0"/>
                </a:cubicBez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0A2C4878-BC1F-C1C3-BB2A-005FB16E3A0A}"/>
              </a:ext>
            </a:extLst>
          </p:cNvPr>
          <p:cNvSpPr/>
          <p:nvPr/>
        </p:nvSpPr>
        <p:spPr>
          <a:xfrm>
            <a:off x="757122" y="3816738"/>
            <a:ext cx="145557" cy="65076"/>
          </a:xfrm>
          <a:custGeom>
            <a:avLst/>
            <a:gdLst>
              <a:gd name="connsiteX0" fmla="*/ 145558 w 145557"/>
              <a:gd name="connsiteY0" fmla="*/ 0 h 65076"/>
              <a:gd name="connsiteX1" fmla="*/ 72769 w 145557"/>
              <a:gd name="connsiteY1" fmla="*/ 65077 h 65076"/>
              <a:gd name="connsiteX2" fmla="*/ 0 w 145557"/>
              <a:gd name="connsiteY2" fmla="*/ 0 h 65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557" h="65076">
                <a:moveTo>
                  <a:pt x="145558" y="0"/>
                </a:moveTo>
                <a:lnTo>
                  <a:pt x="72769" y="65077"/>
                </a:lnTo>
                <a:lnTo>
                  <a:pt x="0" y="0"/>
                </a:lnTo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96078302-FF65-E372-4888-D49AA13987CD}"/>
              </a:ext>
            </a:extLst>
          </p:cNvPr>
          <p:cNvSpPr/>
          <p:nvPr/>
        </p:nvSpPr>
        <p:spPr>
          <a:xfrm>
            <a:off x="866295" y="3879757"/>
            <a:ext cx="36384" cy="32557"/>
          </a:xfrm>
          <a:custGeom>
            <a:avLst/>
            <a:gdLst>
              <a:gd name="connsiteX0" fmla="*/ 0 w 36384"/>
              <a:gd name="connsiteY0" fmla="*/ 0 h 32557"/>
              <a:gd name="connsiteX1" fmla="*/ 36385 w 36384"/>
              <a:gd name="connsiteY1" fmla="*/ 32558 h 32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384" h="32557">
                <a:moveTo>
                  <a:pt x="0" y="0"/>
                </a:moveTo>
                <a:lnTo>
                  <a:pt x="36385" y="32558"/>
                </a:lnTo>
              </a:path>
            </a:pathLst>
          </a:custGeom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2B5BF280-A2F8-4012-1A91-F1C953A5FFD7}"/>
              </a:ext>
            </a:extLst>
          </p:cNvPr>
          <p:cNvSpPr/>
          <p:nvPr/>
        </p:nvSpPr>
        <p:spPr>
          <a:xfrm>
            <a:off x="757122" y="3879757"/>
            <a:ext cx="36384" cy="32557"/>
          </a:xfrm>
          <a:custGeom>
            <a:avLst/>
            <a:gdLst>
              <a:gd name="connsiteX0" fmla="*/ 0 w 36384"/>
              <a:gd name="connsiteY0" fmla="*/ 32558 h 32557"/>
              <a:gd name="connsiteX1" fmla="*/ 36385 w 36384"/>
              <a:gd name="connsiteY1" fmla="*/ 0 h 32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384" h="32557">
                <a:moveTo>
                  <a:pt x="0" y="32558"/>
                </a:moveTo>
                <a:lnTo>
                  <a:pt x="36385" y="0"/>
                </a:lnTo>
              </a:path>
            </a:pathLst>
          </a:custGeom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07E2765B-7974-962D-668F-F8CDBA469B4B}"/>
              </a:ext>
            </a:extLst>
          </p:cNvPr>
          <p:cNvSpPr/>
          <p:nvPr/>
        </p:nvSpPr>
        <p:spPr>
          <a:xfrm>
            <a:off x="662334" y="4608654"/>
            <a:ext cx="335114" cy="335114"/>
          </a:xfrm>
          <a:custGeom>
            <a:avLst/>
            <a:gdLst>
              <a:gd name="connsiteX0" fmla="*/ 335115 w 335114"/>
              <a:gd name="connsiteY0" fmla="*/ 167558 h 335114"/>
              <a:gd name="connsiteX1" fmla="*/ 167558 w 335114"/>
              <a:gd name="connsiteY1" fmla="*/ 335115 h 335114"/>
              <a:gd name="connsiteX2" fmla="*/ 0 w 335114"/>
              <a:gd name="connsiteY2" fmla="*/ 167558 h 335114"/>
              <a:gd name="connsiteX3" fmla="*/ 167558 w 335114"/>
              <a:gd name="connsiteY3" fmla="*/ 0 h 335114"/>
              <a:gd name="connsiteX4" fmla="*/ 335115 w 335114"/>
              <a:gd name="connsiteY4" fmla="*/ 167558 h 335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114" h="335114">
                <a:moveTo>
                  <a:pt x="335115" y="167558"/>
                </a:moveTo>
                <a:cubicBezTo>
                  <a:pt x="335115" y="260097"/>
                  <a:pt x="260097" y="335115"/>
                  <a:pt x="167558" y="335115"/>
                </a:cubicBezTo>
                <a:cubicBezTo>
                  <a:pt x="75018" y="335115"/>
                  <a:pt x="0" y="260097"/>
                  <a:pt x="0" y="167558"/>
                </a:cubicBezTo>
                <a:cubicBezTo>
                  <a:pt x="0" y="75018"/>
                  <a:pt x="75018" y="0"/>
                  <a:pt x="167558" y="0"/>
                </a:cubicBezTo>
                <a:cubicBezTo>
                  <a:pt x="260097" y="0"/>
                  <a:pt x="335115" y="75018"/>
                  <a:pt x="335115" y="167558"/>
                </a:cubicBezTo>
                <a:close/>
              </a:path>
            </a:pathLst>
          </a:custGeom>
          <a:solidFill>
            <a:srgbClr val="337EB7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16" name="Gráfico 7">
            <a:extLst>
              <a:ext uri="{FF2B5EF4-FFF2-40B4-BE49-F238E27FC236}">
                <a16:creationId xmlns:a16="http://schemas.microsoft.com/office/drawing/2014/main" id="{B1A90E2C-75D6-77E5-FAD2-59DC9C7A826D}"/>
              </a:ext>
            </a:extLst>
          </p:cNvPr>
          <p:cNvGrpSpPr/>
          <p:nvPr/>
        </p:nvGrpSpPr>
        <p:grpSpPr>
          <a:xfrm>
            <a:off x="738680" y="4685000"/>
            <a:ext cx="182422" cy="182422"/>
            <a:chOff x="738680" y="4685000"/>
            <a:chExt cx="182422" cy="182422"/>
          </a:xfrm>
          <a:noFill/>
        </p:grpSpPr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8AAC7E16-03E7-1FD3-F707-6D51765E3E9D}"/>
                </a:ext>
              </a:extLst>
            </p:cNvPr>
            <p:cNvSpPr/>
            <p:nvPr/>
          </p:nvSpPr>
          <p:spPr>
            <a:xfrm>
              <a:off x="738680" y="4685000"/>
              <a:ext cx="182422" cy="182422"/>
            </a:xfrm>
            <a:custGeom>
              <a:avLst/>
              <a:gdLst>
                <a:gd name="connsiteX0" fmla="*/ 182423 w 182422"/>
                <a:gd name="connsiteY0" fmla="*/ 91211 h 182422"/>
                <a:gd name="connsiteX1" fmla="*/ 91211 w 182422"/>
                <a:gd name="connsiteY1" fmla="*/ 182423 h 182422"/>
                <a:gd name="connsiteX2" fmla="*/ 0 w 182422"/>
                <a:gd name="connsiteY2" fmla="*/ 91211 h 182422"/>
                <a:gd name="connsiteX3" fmla="*/ 91211 w 182422"/>
                <a:gd name="connsiteY3" fmla="*/ 0 h 182422"/>
                <a:gd name="connsiteX4" fmla="*/ 182423 w 182422"/>
                <a:gd name="connsiteY4" fmla="*/ 91211 h 182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22" h="182422">
                  <a:moveTo>
                    <a:pt x="182423" y="91211"/>
                  </a:moveTo>
                  <a:cubicBezTo>
                    <a:pt x="182423" y="141586"/>
                    <a:pt x="141586" y="182423"/>
                    <a:pt x="91211" y="182423"/>
                  </a:cubicBezTo>
                  <a:cubicBezTo>
                    <a:pt x="40837" y="182423"/>
                    <a:pt x="0" y="141586"/>
                    <a:pt x="0" y="91211"/>
                  </a:cubicBezTo>
                  <a:cubicBezTo>
                    <a:pt x="0" y="40837"/>
                    <a:pt x="40837" y="0"/>
                    <a:pt x="91211" y="0"/>
                  </a:cubicBezTo>
                  <a:cubicBezTo>
                    <a:pt x="141586" y="0"/>
                    <a:pt x="182423" y="40837"/>
                    <a:pt x="182423" y="91211"/>
                  </a:cubicBezTo>
                  <a:close/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769700F8-7342-10EF-AED5-3E2B639C17AA}"/>
                </a:ext>
              </a:extLst>
            </p:cNvPr>
            <p:cNvSpPr/>
            <p:nvPr/>
          </p:nvSpPr>
          <p:spPr>
            <a:xfrm>
              <a:off x="795430" y="4685000"/>
              <a:ext cx="68922" cy="182422"/>
            </a:xfrm>
            <a:custGeom>
              <a:avLst/>
              <a:gdLst>
                <a:gd name="connsiteX0" fmla="*/ 68923 w 68922"/>
                <a:gd name="connsiteY0" fmla="*/ 91211 h 182422"/>
                <a:gd name="connsiteX1" fmla="*/ 34462 w 68922"/>
                <a:gd name="connsiteY1" fmla="*/ 182423 h 182422"/>
                <a:gd name="connsiteX2" fmla="*/ 0 w 68922"/>
                <a:gd name="connsiteY2" fmla="*/ 91211 h 182422"/>
                <a:gd name="connsiteX3" fmla="*/ 34462 w 68922"/>
                <a:gd name="connsiteY3" fmla="*/ 0 h 182422"/>
                <a:gd name="connsiteX4" fmla="*/ 68923 w 68922"/>
                <a:gd name="connsiteY4" fmla="*/ 91211 h 182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22" h="182422">
                  <a:moveTo>
                    <a:pt x="68923" y="91211"/>
                  </a:moveTo>
                  <a:cubicBezTo>
                    <a:pt x="68923" y="141586"/>
                    <a:pt x="53494" y="182423"/>
                    <a:pt x="34462" y="182423"/>
                  </a:cubicBezTo>
                  <a:cubicBezTo>
                    <a:pt x="15429" y="182423"/>
                    <a:pt x="0" y="141586"/>
                    <a:pt x="0" y="91211"/>
                  </a:cubicBezTo>
                  <a:cubicBezTo>
                    <a:pt x="0" y="40837"/>
                    <a:pt x="15429" y="0"/>
                    <a:pt x="34462" y="0"/>
                  </a:cubicBezTo>
                  <a:cubicBezTo>
                    <a:pt x="53494" y="0"/>
                    <a:pt x="68923" y="40837"/>
                    <a:pt x="68923" y="91211"/>
                  </a:cubicBezTo>
                  <a:close/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19" name="Gráfico 7">
              <a:extLst>
                <a:ext uri="{FF2B5EF4-FFF2-40B4-BE49-F238E27FC236}">
                  <a16:creationId xmlns:a16="http://schemas.microsoft.com/office/drawing/2014/main" id="{1A3916C5-8B98-BA4C-25F9-F57399B78EBE}"/>
                </a:ext>
              </a:extLst>
            </p:cNvPr>
            <p:cNvGrpSpPr/>
            <p:nvPr/>
          </p:nvGrpSpPr>
          <p:grpSpPr>
            <a:xfrm>
              <a:off x="745103" y="4745346"/>
              <a:ext cx="170345" cy="61730"/>
              <a:chOff x="745103" y="4745346"/>
              <a:chExt cx="170345" cy="61730"/>
            </a:xfrm>
          </p:grpSpPr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79CD8A76-141D-1024-B37C-6C158EFA8548}"/>
                  </a:ext>
                </a:extLst>
              </p:cNvPr>
              <p:cNvSpPr/>
              <p:nvPr/>
            </p:nvSpPr>
            <p:spPr>
              <a:xfrm>
                <a:off x="745103" y="4745346"/>
                <a:ext cx="170345" cy="1923"/>
              </a:xfrm>
              <a:custGeom>
                <a:avLst/>
                <a:gdLst>
                  <a:gd name="connsiteX0" fmla="*/ 0 w 170345"/>
                  <a:gd name="connsiteY0" fmla="*/ 0 h 1923"/>
                  <a:gd name="connsiteX1" fmla="*/ 170346 w 170345"/>
                  <a:gd name="connsiteY1" fmla="*/ 0 h 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0345" h="1923">
                    <a:moveTo>
                      <a:pt x="0" y="0"/>
                    </a:moveTo>
                    <a:lnTo>
                      <a:pt x="170346" y="0"/>
                    </a:lnTo>
                  </a:path>
                </a:pathLst>
              </a:custGeom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0EDDADF0-12B8-FB99-2622-3AC43583FA8D}"/>
                  </a:ext>
                </a:extLst>
              </p:cNvPr>
              <p:cNvSpPr/>
              <p:nvPr/>
            </p:nvSpPr>
            <p:spPr>
              <a:xfrm>
                <a:off x="745103" y="4807076"/>
                <a:ext cx="170345" cy="1923"/>
              </a:xfrm>
              <a:custGeom>
                <a:avLst/>
                <a:gdLst>
                  <a:gd name="connsiteX0" fmla="*/ 0 w 170345"/>
                  <a:gd name="connsiteY0" fmla="*/ 0 h 1923"/>
                  <a:gd name="connsiteX1" fmla="*/ 170346 w 170345"/>
                  <a:gd name="connsiteY1" fmla="*/ 0 h 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0345" h="1923">
                    <a:moveTo>
                      <a:pt x="0" y="0"/>
                    </a:moveTo>
                    <a:lnTo>
                      <a:pt x="170346" y="0"/>
                    </a:lnTo>
                  </a:path>
                </a:pathLst>
              </a:custGeom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sp>
        <p:nvSpPr>
          <p:cNvPr id="22" name="Forma Livre: Forma 21">
            <a:extLst>
              <a:ext uri="{FF2B5EF4-FFF2-40B4-BE49-F238E27FC236}">
                <a16:creationId xmlns:a16="http://schemas.microsoft.com/office/drawing/2014/main" id="{0E0C1AE2-F89C-0C20-C91C-22FC9BF91BD0}"/>
              </a:ext>
            </a:extLst>
          </p:cNvPr>
          <p:cNvSpPr/>
          <p:nvPr/>
        </p:nvSpPr>
        <p:spPr>
          <a:xfrm>
            <a:off x="662335" y="4154884"/>
            <a:ext cx="339059" cy="339059"/>
          </a:xfrm>
          <a:custGeom>
            <a:avLst/>
            <a:gdLst>
              <a:gd name="connsiteX0" fmla="*/ 339060 w 339059"/>
              <a:gd name="connsiteY0" fmla="*/ 169530 h 339059"/>
              <a:gd name="connsiteX1" fmla="*/ 169530 w 339059"/>
              <a:gd name="connsiteY1" fmla="*/ 339060 h 339059"/>
              <a:gd name="connsiteX2" fmla="*/ 0 w 339059"/>
              <a:gd name="connsiteY2" fmla="*/ 169530 h 339059"/>
              <a:gd name="connsiteX3" fmla="*/ 169530 w 339059"/>
              <a:gd name="connsiteY3" fmla="*/ 0 h 339059"/>
              <a:gd name="connsiteX4" fmla="*/ 339060 w 339059"/>
              <a:gd name="connsiteY4" fmla="*/ 169530 h 33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059" h="339059">
                <a:moveTo>
                  <a:pt x="339060" y="169530"/>
                </a:moveTo>
                <a:cubicBezTo>
                  <a:pt x="339060" y="263159"/>
                  <a:pt x="263159" y="339060"/>
                  <a:pt x="169530" y="339060"/>
                </a:cubicBezTo>
                <a:cubicBezTo>
                  <a:pt x="75901" y="339060"/>
                  <a:pt x="0" y="263159"/>
                  <a:pt x="0" y="169530"/>
                </a:cubicBezTo>
                <a:cubicBezTo>
                  <a:pt x="0" y="75901"/>
                  <a:pt x="75901" y="0"/>
                  <a:pt x="169530" y="0"/>
                </a:cubicBezTo>
                <a:cubicBezTo>
                  <a:pt x="263159" y="0"/>
                  <a:pt x="339060" y="75901"/>
                  <a:pt x="339060" y="169530"/>
                </a:cubicBezTo>
                <a:close/>
              </a:path>
            </a:pathLst>
          </a:custGeom>
          <a:solidFill>
            <a:srgbClr val="337EB7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3" name="Forma Livre: Forma 22">
            <a:extLst>
              <a:ext uri="{FF2B5EF4-FFF2-40B4-BE49-F238E27FC236}">
                <a16:creationId xmlns:a16="http://schemas.microsoft.com/office/drawing/2014/main" id="{9DD77C49-FD8B-0853-9C6E-75E1B6C4A55E}"/>
              </a:ext>
            </a:extLst>
          </p:cNvPr>
          <p:cNvSpPr/>
          <p:nvPr/>
        </p:nvSpPr>
        <p:spPr>
          <a:xfrm>
            <a:off x="739968" y="4232031"/>
            <a:ext cx="184570" cy="184570"/>
          </a:xfrm>
          <a:custGeom>
            <a:avLst/>
            <a:gdLst>
              <a:gd name="connsiteX0" fmla="*/ 92285 w 184570"/>
              <a:gd name="connsiteY0" fmla="*/ 0 h 184570"/>
              <a:gd name="connsiteX1" fmla="*/ 0 w 184570"/>
              <a:gd name="connsiteY1" fmla="*/ 92285 h 184570"/>
              <a:gd name="connsiteX2" fmla="*/ 13892 w 184570"/>
              <a:gd name="connsiteY2" fmla="*/ 140967 h 184570"/>
              <a:gd name="connsiteX3" fmla="*/ 2685 w 184570"/>
              <a:gd name="connsiteY3" fmla="*/ 180932 h 184570"/>
              <a:gd name="connsiteX4" fmla="*/ 42358 w 184570"/>
              <a:gd name="connsiteY4" fmla="*/ 169880 h 184570"/>
              <a:gd name="connsiteX5" fmla="*/ 92285 w 184570"/>
              <a:gd name="connsiteY5" fmla="*/ 184570 h 184570"/>
              <a:gd name="connsiteX6" fmla="*/ 184570 w 184570"/>
              <a:gd name="connsiteY6" fmla="*/ 92285 h 184570"/>
              <a:gd name="connsiteX7" fmla="*/ 92285 w 184570"/>
              <a:gd name="connsiteY7" fmla="*/ 0 h 184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4570" h="184570">
                <a:moveTo>
                  <a:pt x="92285" y="0"/>
                </a:moveTo>
                <a:cubicBezTo>
                  <a:pt x="41327" y="0"/>
                  <a:pt x="0" y="41307"/>
                  <a:pt x="0" y="92285"/>
                </a:cubicBezTo>
                <a:cubicBezTo>
                  <a:pt x="0" y="110147"/>
                  <a:pt x="5098" y="126822"/>
                  <a:pt x="13892" y="140967"/>
                </a:cubicBezTo>
                <a:lnTo>
                  <a:pt x="2685" y="180932"/>
                </a:lnTo>
                <a:lnTo>
                  <a:pt x="42358" y="169880"/>
                </a:lnTo>
                <a:cubicBezTo>
                  <a:pt x="56756" y="179161"/>
                  <a:pt x="73879" y="184570"/>
                  <a:pt x="92285" y="184570"/>
                </a:cubicBezTo>
                <a:cubicBezTo>
                  <a:pt x="143243" y="184570"/>
                  <a:pt x="184570" y="143263"/>
                  <a:pt x="184570" y="92285"/>
                </a:cubicBezTo>
                <a:cubicBezTo>
                  <a:pt x="184570" y="41307"/>
                  <a:pt x="143263" y="0"/>
                  <a:pt x="92285" y="0"/>
                </a:cubicBez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4" name="Forma Livre: Forma 23">
            <a:extLst>
              <a:ext uri="{FF2B5EF4-FFF2-40B4-BE49-F238E27FC236}">
                <a16:creationId xmlns:a16="http://schemas.microsoft.com/office/drawing/2014/main" id="{C6EB1539-F521-03B4-4F31-B6BF086B9983}"/>
              </a:ext>
            </a:extLst>
          </p:cNvPr>
          <p:cNvSpPr/>
          <p:nvPr/>
        </p:nvSpPr>
        <p:spPr>
          <a:xfrm>
            <a:off x="782186" y="4277189"/>
            <a:ext cx="99870" cy="94012"/>
          </a:xfrm>
          <a:custGeom>
            <a:avLst/>
            <a:gdLst>
              <a:gd name="connsiteX0" fmla="*/ 39522 w 99870"/>
              <a:gd name="connsiteY0" fmla="*/ 58217 h 94012"/>
              <a:gd name="connsiteX1" fmla="*/ 62345 w 99870"/>
              <a:gd name="connsiteY1" fmla="*/ 71896 h 94012"/>
              <a:gd name="connsiteX2" fmla="*/ 72696 w 99870"/>
              <a:gd name="connsiteY2" fmla="*/ 60805 h 94012"/>
              <a:gd name="connsiteX3" fmla="*/ 98613 w 99870"/>
              <a:gd name="connsiteY3" fmla="*/ 68880 h 94012"/>
              <a:gd name="connsiteX4" fmla="*/ 93379 w 99870"/>
              <a:gd name="connsiteY4" fmla="*/ 88162 h 94012"/>
              <a:gd name="connsiteX5" fmla="*/ 28003 w 99870"/>
              <a:gd name="connsiteY5" fmla="*/ 71040 h 94012"/>
              <a:gd name="connsiteX6" fmla="*/ 3954 w 99870"/>
              <a:gd name="connsiteY6" fmla="*/ 7882 h 94012"/>
              <a:gd name="connsiteX7" fmla="*/ 22575 w 99870"/>
              <a:gd name="connsiteY7" fmla="*/ 605 h 94012"/>
              <a:gd name="connsiteX8" fmla="*/ 33374 w 99870"/>
              <a:gd name="connsiteY8" fmla="*/ 25490 h 94012"/>
              <a:gd name="connsiteX9" fmla="*/ 23450 w 99870"/>
              <a:gd name="connsiteY9" fmla="*/ 36970 h 94012"/>
              <a:gd name="connsiteX10" fmla="*/ 39503 w 99870"/>
              <a:gd name="connsiteY10" fmla="*/ 58178 h 94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9870" h="94012">
                <a:moveTo>
                  <a:pt x="39522" y="58217"/>
                </a:moveTo>
                <a:cubicBezTo>
                  <a:pt x="52480" y="69853"/>
                  <a:pt x="62345" y="71896"/>
                  <a:pt x="62345" y="71896"/>
                </a:cubicBezTo>
                <a:lnTo>
                  <a:pt x="72696" y="60805"/>
                </a:lnTo>
                <a:lnTo>
                  <a:pt x="98613" y="68880"/>
                </a:lnTo>
                <a:cubicBezTo>
                  <a:pt x="98613" y="68880"/>
                  <a:pt x="103711" y="81449"/>
                  <a:pt x="93379" y="88162"/>
                </a:cubicBezTo>
                <a:cubicBezTo>
                  <a:pt x="83048" y="94874"/>
                  <a:pt x="62559" y="102074"/>
                  <a:pt x="28003" y="71040"/>
                </a:cubicBezTo>
                <a:cubicBezTo>
                  <a:pt x="-6552" y="40005"/>
                  <a:pt x="-1610" y="18875"/>
                  <a:pt x="3954" y="7882"/>
                </a:cubicBezTo>
                <a:cubicBezTo>
                  <a:pt x="9519" y="-3112"/>
                  <a:pt x="22575" y="605"/>
                  <a:pt x="22575" y="605"/>
                </a:cubicBezTo>
                <a:lnTo>
                  <a:pt x="33374" y="25490"/>
                </a:lnTo>
                <a:lnTo>
                  <a:pt x="23450" y="36970"/>
                </a:lnTo>
                <a:cubicBezTo>
                  <a:pt x="23450" y="36970"/>
                  <a:pt x="26544" y="46543"/>
                  <a:pt x="39503" y="58178"/>
                </a:cubicBezTo>
                <a:close/>
              </a:path>
            </a:pathLst>
          </a:custGeom>
          <a:solidFill>
            <a:srgbClr val="00000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E2FE76AE-73D1-277E-D785-6CFEF2BBA133}"/>
              </a:ext>
            </a:extLst>
          </p:cNvPr>
          <p:cNvSpPr/>
          <p:nvPr/>
        </p:nvSpPr>
        <p:spPr>
          <a:xfrm>
            <a:off x="900895" y="4023530"/>
            <a:ext cx="36384" cy="32557"/>
          </a:xfrm>
          <a:custGeom>
            <a:avLst/>
            <a:gdLst>
              <a:gd name="connsiteX0" fmla="*/ 0 w 36384"/>
              <a:gd name="connsiteY0" fmla="*/ 32558 h 32557"/>
              <a:gd name="connsiteX1" fmla="*/ 36385 w 36384"/>
              <a:gd name="connsiteY1" fmla="*/ 0 h 32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384" h="32557">
                <a:moveTo>
                  <a:pt x="0" y="32558"/>
                </a:moveTo>
                <a:lnTo>
                  <a:pt x="36385" y="0"/>
                </a:lnTo>
              </a:path>
            </a:pathLst>
          </a:custGeom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1D9C5B7A-61D7-D4DD-972B-3B14E7F55065}"/>
              </a:ext>
            </a:extLst>
          </p:cNvPr>
          <p:cNvSpPr/>
          <p:nvPr/>
        </p:nvSpPr>
        <p:spPr>
          <a:xfrm>
            <a:off x="1044669" y="4167304"/>
            <a:ext cx="36384" cy="32557"/>
          </a:xfrm>
          <a:custGeom>
            <a:avLst/>
            <a:gdLst>
              <a:gd name="connsiteX0" fmla="*/ 0 w 36384"/>
              <a:gd name="connsiteY0" fmla="*/ 32558 h 32557"/>
              <a:gd name="connsiteX1" fmla="*/ 36385 w 36384"/>
              <a:gd name="connsiteY1" fmla="*/ 0 h 32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384" h="32557">
                <a:moveTo>
                  <a:pt x="0" y="32558"/>
                </a:moveTo>
                <a:lnTo>
                  <a:pt x="36385" y="0"/>
                </a:lnTo>
              </a:path>
            </a:pathLst>
          </a:custGeom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55021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9e12de8-d62d-4eea-9832-d358a48af256">
      <Terms xmlns="http://schemas.microsoft.com/office/infopath/2007/PartnerControls"/>
    </lcf76f155ced4ddcb4097134ff3c332f>
    <TaxCatchAll xmlns="9bf775c7-ec64-4937-84a8-7fea081fe2c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4C548FE786A16498832F922A54AE4EB" ma:contentTypeVersion="11" ma:contentTypeDescription="Crie um novo documento." ma:contentTypeScope="" ma:versionID="9afa4a75cdbfb2d4d46ba8cdb1946d0f">
  <xsd:schema xmlns:xsd="http://www.w3.org/2001/XMLSchema" xmlns:xs="http://www.w3.org/2001/XMLSchema" xmlns:p="http://schemas.microsoft.com/office/2006/metadata/properties" xmlns:ns2="89e12de8-d62d-4eea-9832-d358a48af256" xmlns:ns3="9bf775c7-ec64-4937-84a8-7fea081fe2c5" targetNamespace="http://schemas.microsoft.com/office/2006/metadata/properties" ma:root="true" ma:fieldsID="5259f805c8b35c70173e4532417b1a6f" ns2:_="" ns3:_="">
    <xsd:import namespace="89e12de8-d62d-4eea-9832-d358a48af256"/>
    <xsd:import namespace="9bf775c7-ec64-4937-84a8-7fea081fe2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e12de8-d62d-4eea-9832-d358a48af2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184c8c62-af11-4a97-95e1-881613c3960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f775c7-ec64-4937-84a8-7fea081fe2c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287be12-0de9-47ea-9433-79a585abbde2}" ma:internalName="TaxCatchAll" ma:showField="CatchAllData" ma:web="9bf775c7-ec64-4937-84a8-7fea081fe2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F117E6-419E-4A12-B9C9-77C0CD39EA89}">
  <ds:schemaRefs>
    <ds:schemaRef ds:uri="6e5488b4-3175-464e-aa35-f192369d93a9"/>
    <ds:schemaRef ds:uri="7fc43edd-f5f1-4420-9b07-bf686912ef90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2CE2AE8-0FC0-4640-8287-833AE4C9D31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BB8B66-21FA-4314-813F-132731437E9E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Leonardo Martins</dc:creator>
  <cp:revision>9</cp:revision>
  <dcterms:created xsi:type="dcterms:W3CDTF">2024-04-05T18:08:57Z</dcterms:created>
  <dcterms:modified xsi:type="dcterms:W3CDTF">2026-05-29T13:22:28Z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0x01010044C548FE786A16498832F922A54AE4EB</vt:lpwstr>
  </property>
  <property fmtid="{D5CDD505-2E9C-101B-9397-08002B2CF9AE}" pid="3" name="Order">
    <vt:r8>6700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MediaServiceImageTags">
    <vt:lpwstr/>
  </property>
</Properties>
</file>